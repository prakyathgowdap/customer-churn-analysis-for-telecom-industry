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188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Prakyath Gowda P</a:t>
            </a:r>
            <a:endParaRPr dirty="0"/>
          </a:p>
          <a:p>
            <a:r>
              <a:rPr dirty="0"/>
              <a:t>Sai Vidya Institute of Technology</a:t>
            </a:r>
          </a:p>
          <a:p>
            <a:r>
              <a:rPr dirty="0"/>
              <a:t>Computer Science (Data Science)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Objective: Predict customer churn in the telecom sector.</a:t>
            </a:r>
          </a:p>
          <a:p>
            <a:r>
              <a:t>• Dataset: Real-world telecom user data.</a:t>
            </a:r>
          </a:p>
          <a:p>
            <a:r>
              <a:t>• Tools: Python, Scikit-learn, Pandas, Seaborn.</a:t>
            </a:r>
          </a:p>
          <a:p>
            <a:r>
              <a:t>• Method: Data cleaning, EDA, Random Forest classification, customer segmentation.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Algorithm Used: Random Forest Classifier</a:t>
            </a:r>
          </a:p>
          <a:p>
            <a:r>
              <a:t>• Evaluation Metrics:</a:t>
            </a:r>
          </a:p>
          <a:p>
            <a:r>
              <a:t>   - Accuracy: ~80% (example)</a:t>
            </a:r>
          </a:p>
          <a:p>
            <a:r>
              <a:t>   - Confusion Matrix, Precision, Recall</a:t>
            </a:r>
          </a:p>
          <a:p>
            <a:r>
              <a:t>• Feature importance identified key churn drivers.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Loyal Customers: Low churn probability</a:t>
            </a:r>
          </a:p>
          <a:p>
            <a:r>
              <a:t>• At Risk Customers: High churn likelihood</a:t>
            </a:r>
          </a:p>
          <a:p>
            <a:r>
              <a:t>• Uncertain: Inconsistent behavior</a:t>
            </a:r>
          </a:p>
          <a:p>
            <a:r>
              <a:t>Segmentation enables focused retention strategies.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Monitor top churn drivers like contract type, tenure, and monthly charges.</a:t>
            </a:r>
          </a:p>
          <a:p>
            <a:r>
              <a:t>• Offer loyalty programs to at-risk segments.</a:t>
            </a:r>
          </a:p>
          <a:p>
            <a:r>
              <a:t>• Improve customer service for users with prior complaints.</a:t>
            </a:r>
          </a:p>
          <a:p>
            <a:r>
              <a:t>• Automate churn prediction as part of CRM strategy.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176</Words>
  <Application>Microsoft Office PowerPoint</Application>
  <PresentationFormat>On-screen Show (4:3)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Customer Churn Analysis</vt:lpstr>
      <vt:lpstr>Project Overview</vt:lpstr>
      <vt:lpstr>Model Performance</vt:lpstr>
      <vt:lpstr>Customer Segmentation</vt:lpstr>
      <vt:lpstr>Final 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anushree p</cp:lastModifiedBy>
  <cp:revision>2</cp:revision>
  <dcterms:created xsi:type="dcterms:W3CDTF">2013-01-27T09:14:16Z</dcterms:created>
  <dcterms:modified xsi:type="dcterms:W3CDTF">2025-07-25T10:56:28Z</dcterms:modified>
  <cp:category/>
</cp:coreProperties>
</file>